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 Companion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Future of Emotionally Intelligent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Neura?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 is a hyper-intelligent AI companion that adapts to your mood, helps you grow, and evolves with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So Far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Emotion Engine</a:t>
            </a:r>
          </a:p>
          <a:p>
            <a:r>
              <a:t>- Dream Visualizer</a:t>
            </a:r>
          </a:p>
          <a:p>
            <a:r>
              <a:t>- Viseme Mouth Sync</a:t>
            </a:r>
          </a:p>
          <a:p>
            <a:r>
              <a:t>- VR/AR Scenes</a:t>
            </a:r>
          </a:p>
          <a:p>
            <a:r>
              <a:t>- Firebase Sync</a:t>
            </a:r>
          </a:p>
          <a:p>
            <a:r>
              <a:t>- Ritual Mode</a:t>
            </a:r>
          </a:p>
          <a:p>
            <a:r>
              <a:t>- AI Auto-Heal Debug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Left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Hologram Walk/Voice</a:t>
            </a:r>
          </a:p>
          <a:p>
            <a:r>
              <a:t>- Clone Voice AI</a:t>
            </a:r>
          </a:p>
          <a:p>
            <a:r>
              <a:t>- Offline Mode</a:t>
            </a:r>
          </a:p>
          <a:p>
            <a:r>
              <a:t>- Animated Dream Shows</a:t>
            </a:r>
          </a:p>
          <a:p>
            <a:r>
              <a:t>- Final QA</a:t>
            </a:r>
          </a:p>
          <a:p>
            <a:r>
              <a:t>- App Store Launch</a:t>
            </a:r>
          </a:p>
          <a:p>
            <a:r>
              <a:t>- Stripe Billing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 is more personal, more emotional, more intelligent than Replika, Calm, or ChatGPT.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Workspace &amp; housing</a:t>
            </a:r>
          </a:p>
          <a:p>
            <a:r>
              <a:t>- Cloud backend</a:t>
            </a:r>
          </a:p>
          <a:p>
            <a:r>
              <a:t>- Voice + animation</a:t>
            </a:r>
          </a:p>
          <a:p>
            <a:r>
              <a:t>- Legal + launch</a:t>
            </a:r>
          </a:p>
          <a:p>
            <a:r>
              <a:t>- Marketing</a:t>
            </a:r>
          </a:p>
          <a:p>
            <a:r>
              <a:t>- Final dev sprints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Iowa City, Iowa</a:t>
            </a:r>
          </a:p>
          <a:p>
            <a:r>
              <a:t>neuracompanion@gmail.com</a:t>
            </a:r>
          </a:p>
          <a:p>
            <a:r>
              <a:t>Seeking $150,000–$300,000 to finish the future of digital emotion.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